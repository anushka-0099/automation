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6D5B6-9F1C-4D56-8359-8600FE9C51A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00806-7187-407F-A3E8-C6E8296FA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93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00806-7187-407F-A3E8-C6E8296FA51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172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Automation &amp; Testing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JavaScript </a:t>
            </a:r>
            <a:r>
              <a:rPr lang="en-IN" dirty="0"/>
              <a:t>• TypeScript •</a:t>
            </a:r>
            <a:r>
              <a:rPr dirty="0"/>
              <a:t> Testing • Mobile •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19238" y="937419"/>
            <a:ext cx="8229600" cy="1143000"/>
          </a:xfrm>
        </p:spPr>
        <p:txBody>
          <a:bodyPr>
            <a:normAutofit/>
          </a:bodyPr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rPr sz="4000" dirty="0"/>
              <a:t>JavaScript (JS)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930" y="1765453"/>
            <a:ext cx="8229600" cy="4525963"/>
          </a:xfrm>
        </p:spPr>
        <p:txBody>
          <a:bodyPr/>
          <a:lstStyle/>
          <a:p>
            <a:endParaRPr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Core language for modern web applications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Supports asynchronous programming using async/await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Used in frontend, backend, and automation testing</a:t>
            </a:r>
            <a:endParaRPr lang="en-IN" sz="3200" dirty="0"/>
          </a:p>
        </p:txBody>
      </p:sp>
      <p:pic>
        <p:nvPicPr>
          <p:cNvPr id="2052" name="Picture 4" descr="JavaScript Logo, symbol, meaning, history, PNG, brand">
            <a:extLst>
              <a:ext uri="{FF2B5EF4-FFF2-40B4-BE49-F238E27FC236}">
                <a16:creationId xmlns:a16="http://schemas.microsoft.com/office/drawing/2014/main" id="{A96C35C5-5571-5345-A3C0-655E483FCE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47"/>
          <a:stretch>
            <a:fillRect/>
          </a:stretch>
        </p:blipFill>
        <p:spPr bwMode="auto">
          <a:xfrm>
            <a:off x="3437264" y="257103"/>
            <a:ext cx="4500390" cy="206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98721" y="731837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rPr dirty="0"/>
              <a:t>TypeScript (TS)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Superset of JavaScript with static typing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Helps catch errors at compile time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Improves scalability and maintainability of test code</a:t>
            </a:r>
            <a:endParaRPr lang="en-US" sz="3200" dirty="0"/>
          </a:p>
        </p:txBody>
      </p:sp>
      <p:pic>
        <p:nvPicPr>
          <p:cNvPr id="3076" name="Picture 4" descr="TypeScript — Википедия">
            <a:extLst>
              <a:ext uri="{FF2B5EF4-FFF2-40B4-BE49-F238E27FC236}">
                <a16:creationId xmlns:a16="http://schemas.microsoft.com/office/drawing/2014/main" id="{AAC96D4F-B042-4073-E8A4-5DAED915C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782" y="200666"/>
            <a:ext cx="1930705" cy="193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55494" y="731837"/>
            <a:ext cx="8229600" cy="1143000"/>
          </a:xfrm>
        </p:spPr>
        <p:txBody>
          <a:bodyPr>
            <a:normAutofit/>
          </a:bodyPr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rPr sz="4000" dirty="0"/>
              <a:t>Node.js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JavaScript runtime built on Chrome V8 engine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Uses non‑blocking, event‑driven architecture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Executes automation frameworks and API services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7FD2A0ED-9352-A0BE-ADDD-733088C07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-253388"/>
            <a:ext cx="3186629" cy="318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t>Web Testing – 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lang="en-IN" sz="3600" dirty="0"/>
              <a:t>Major tools used-&gt; Playwright, Cypress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lang="en-US" sz="3600" dirty="0"/>
              <a:t>In real projects, structured testing approaches like Page Object Model, data-driven testing, and reusable fixtures are implemented</a:t>
            </a:r>
            <a:endParaRPr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5340-5C4B-42B1-2E1B-23AB83A5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POM, Data driven testing, fixtures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43284-6DD4-4681-9DCB-C0E29A3A4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Page Object Model helps separate UI locators and actions from test logic, which makes the framework maintainable.</a:t>
            </a:r>
          </a:p>
          <a:p>
            <a:r>
              <a:rPr lang="en-US" dirty="0"/>
              <a:t>Data-driven testing allows running the same test with multiple datasets, improving coverage without duplicating code.</a:t>
            </a:r>
          </a:p>
          <a:p>
            <a:r>
              <a:rPr lang="en-US" dirty="0"/>
              <a:t>Fixtures help manage reusable setups such as login sessions, browser initialization, and test data.</a:t>
            </a:r>
            <a:br>
              <a:rPr lang="en-US" dirty="0"/>
            </a:br>
            <a:r>
              <a:rPr lang="en-US" dirty="0"/>
              <a:t>Both Playwright and Cypress support these patterns, although their implementation styles differ slightly.</a:t>
            </a:r>
          </a:p>
        </p:txBody>
      </p:sp>
    </p:spTree>
    <p:extLst>
      <p:ext uri="{BB962C8B-B14F-4D97-AF65-F5344CB8AC3E}">
        <p14:creationId xmlns:p14="http://schemas.microsoft.com/office/powerpoint/2010/main" val="16102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10797" y="511501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rPr dirty="0"/>
              <a:t>Web Testing – Playwright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600" dirty="0"/>
              <a:t>Modern end‑to‑end testing framework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600" dirty="0"/>
              <a:t>Supports multiple browsers and parallel execution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600" dirty="0"/>
              <a:t>Auto‑waiting reduces flaky tests</a:t>
            </a:r>
            <a:endParaRPr lang="en-IN" sz="3600"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lang="en-IN" sz="3600" dirty="0"/>
              <a:t>CSS and </a:t>
            </a:r>
            <a:r>
              <a:rPr lang="en-IN" sz="3600" dirty="0" err="1"/>
              <a:t>xpath</a:t>
            </a:r>
            <a:r>
              <a:rPr lang="en-IN" sz="3600" dirty="0"/>
              <a:t> can be used to detect element</a:t>
            </a:r>
            <a:endParaRPr sz="3600" dirty="0"/>
          </a:p>
        </p:txBody>
      </p:sp>
      <p:pic>
        <p:nvPicPr>
          <p:cNvPr id="1026" name="Picture 2" descr="8年经验之谈 —— 推荐几款常用Web自动化测试神器！ - 知乎">
            <a:extLst>
              <a:ext uri="{FF2B5EF4-FFF2-40B4-BE49-F238E27FC236}">
                <a16:creationId xmlns:a16="http://schemas.microsoft.com/office/drawing/2014/main" id="{4EA9EA75-2FCF-1EE9-BE7E-F743EFFE9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805" y="616085"/>
            <a:ext cx="3094764" cy="175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79225" y="717282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rPr dirty="0"/>
              <a:t>Web Testing – Cypress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2571"/>
            <a:ext cx="8956713" cy="4525963"/>
          </a:xfrm>
        </p:spPr>
        <p:txBody>
          <a:bodyPr>
            <a:normAutofit/>
          </a:bodyPr>
          <a:lstStyle/>
          <a:p>
            <a:endParaRPr sz="3600"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600" dirty="0"/>
              <a:t>Developer‑friendly UI testing framework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600" dirty="0"/>
              <a:t>Runs directly in the browser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600" dirty="0"/>
              <a:t>Provides time‑travel debugging</a:t>
            </a:r>
            <a:endParaRPr lang="en-IN" sz="3600"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lang="en-IN" sz="3600" dirty="0"/>
              <a:t>CSS selectors and </a:t>
            </a:r>
            <a:r>
              <a:rPr lang="en-IN" sz="3600" dirty="0" err="1"/>
              <a:t>jquery</a:t>
            </a:r>
            <a:r>
              <a:rPr lang="en-IN" sz="3600" dirty="0"/>
              <a:t> are used as selectors.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endParaRPr sz="3600" dirty="0"/>
          </a:p>
        </p:txBody>
      </p:sp>
      <p:pic>
        <p:nvPicPr>
          <p:cNvPr id="5122" name="Picture 2" descr="Best Practices for Cypress Testing in Angular | by Sehban Alam | Medium">
            <a:extLst>
              <a:ext uri="{FF2B5EF4-FFF2-40B4-BE49-F238E27FC236}">
                <a16:creationId xmlns:a16="http://schemas.microsoft.com/office/drawing/2014/main" id="{A7870DDA-2DBB-1849-9499-F2C2A9D7D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0424"/>
            <a:ext cx="4274545" cy="22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rPr dirty="0"/>
              <a:t>API Testing – Overview</a:t>
            </a:r>
            <a:r>
              <a:rPr lang="en-IN" dirty="0"/>
              <a:t> and Authentication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Validates backend services independently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Tests REST APIs using HTTP methods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Ensures correct authentication and responses</a:t>
            </a:r>
            <a:endParaRPr lang="en-IN" sz="3200"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lang="en-IN" sz="3200" dirty="0"/>
              <a:t>No auth, Basic auth, API key based, token based are common authentication methods.</a:t>
            </a:r>
            <a:endParaRPr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rPr sz="4000" dirty="0"/>
              <a:t>API Testing – Playwright &amp; Cypress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endParaRPr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600" dirty="0"/>
              <a:t>Playwright provides API request context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600" dirty="0"/>
              <a:t>Cypress uses </a:t>
            </a:r>
            <a:r>
              <a:rPr sz="3600" dirty="0" err="1"/>
              <a:t>cy.request</a:t>
            </a:r>
            <a:r>
              <a:rPr sz="3600" dirty="0"/>
              <a:t>() for API calls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600" dirty="0"/>
              <a:t>APIs can be used as test preconditions</a:t>
            </a:r>
            <a:endParaRPr lang="en-IN" sz="3600"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lang="en-IN" sz="3600" dirty="0"/>
              <a:t>The response returned can be used to validate data.</a:t>
            </a:r>
            <a:endParaRPr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rPr dirty="0"/>
              <a:t>Mobile Testing</a:t>
            </a:r>
            <a:r>
              <a:rPr lang="en-IN" dirty="0"/>
              <a:t> (local and cloud)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3762"/>
            <a:ext cx="8229600" cy="4525963"/>
          </a:xfrm>
        </p:spPr>
        <p:txBody>
          <a:bodyPr>
            <a:normAutofit fontScale="92500"/>
          </a:bodyPr>
          <a:lstStyle/>
          <a:p>
            <a:endParaRPr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000" dirty="0"/>
              <a:t>Appium enables cross‑platform mobile automation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000" dirty="0"/>
              <a:t>WDIO acts as test runner and framework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000" dirty="0"/>
              <a:t>Appium Inspector helps locate mobile elements</a:t>
            </a:r>
            <a:endParaRPr lang="en-IN" sz="3000"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lang="en-IN" sz="3000" dirty="0"/>
              <a:t>Websites like </a:t>
            </a:r>
            <a:r>
              <a:rPr lang="en-IN" sz="3000" dirty="0" err="1"/>
              <a:t>Browserstack</a:t>
            </a:r>
            <a:r>
              <a:rPr lang="en-IN" sz="3000" dirty="0"/>
              <a:t> provides the devices which can be used to test.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lang="en-IN" sz="3000" dirty="0"/>
              <a:t>Emulators can also be used on local machine for testing purpose.</a:t>
            </a:r>
            <a:endParaRPr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37702" y="442645"/>
            <a:ext cx="8229600" cy="1143000"/>
          </a:xfrm>
        </p:spPr>
        <p:txBody>
          <a:bodyPr>
            <a:normAutofit/>
          </a:bodyPr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rPr sz="4000" dirty="0"/>
              <a:t>CI / CD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980" y="1688335"/>
            <a:ext cx="8229600" cy="4525963"/>
          </a:xfrm>
        </p:spPr>
        <p:txBody>
          <a:bodyPr/>
          <a:lstStyle/>
          <a:p>
            <a:endParaRPr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Automates test execution on code changes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Ensures faster feedback to developers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Common tools include GitHub Actions and Jenkins</a:t>
            </a:r>
            <a:r>
              <a:rPr lang="en-IN" sz="3200" dirty="0"/>
              <a:t>.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lang="en-IN" sz="3200" dirty="0"/>
              <a:t>Done by editing .</a:t>
            </a:r>
            <a:r>
              <a:rPr lang="en-IN" sz="3200" dirty="0" err="1"/>
              <a:t>yml</a:t>
            </a:r>
            <a:r>
              <a:rPr lang="en-IN" sz="3200" dirty="0"/>
              <a:t> file in ‘.</a:t>
            </a:r>
            <a:r>
              <a:rPr lang="en-IN" sz="3200" dirty="0" err="1"/>
              <a:t>github</a:t>
            </a:r>
            <a:r>
              <a:rPr lang="en-IN" sz="3200" dirty="0"/>
              <a:t>’.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endParaRPr sz="3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17502EC-622D-FAA6-33F7-BF1BAE19C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779" y="45903"/>
            <a:ext cx="4076241" cy="208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9191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Unified JavaScript ecosystem for testing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Automation improves quality and speed</a:t>
            </a:r>
          </a:p>
          <a:p>
            <a:pPr lvl="1">
              <a:defRPr sz="2000">
                <a:solidFill>
                  <a:srgbClr val="3C3C3C"/>
                </a:solidFill>
              </a:defRPr>
            </a:pPr>
            <a:r>
              <a:rPr sz="3200" dirty="0"/>
              <a:t>CI/CD ensures continuous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</TotalTime>
  <Words>437</Words>
  <Application>Microsoft Office PowerPoint</Application>
  <PresentationFormat>On-screen Show (4:3)</PresentationFormat>
  <Paragraphs>68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Automation &amp; Testing Stack</vt:lpstr>
      <vt:lpstr>JavaScript (JS)</vt:lpstr>
      <vt:lpstr>TypeScript (TS)</vt:lpstr>
      <vt:lpstr>Node.js</vt:lpstr>
      <vt:lpstr>Web Testing – Key Concepts</vt:lpstr>
      <vt:lpstr>POM, Data driven testing, fixtures</vt:lpstr>
      <vt:lpstr>Web Testing – Playwright</vt:lpstr>
      <vt:lpstr>Web Testing – Cypress</vt:lpstr>
      <vt:lpstr>API Testing – Overview and Authentication</vt:lpstr>
      <vt:lpstr>API Testing – Playwright &amp; Cypress</vt:lpstr>
      <vt:lpstr>Mobile Testing (local and cloud)</vt:lpstr>
      <vt:lpstr>CI / CD Integration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Anushka Tripathi</cp:lastModifiedBy>
  <cp:revision>4</cp:revision>
  <dcterms:created xsi:type="dcterms:W3CDTF">2013-01-27T09:14:16Z</dcterms:created>
  <dcterms:modified xsi:type="dcterms:W3CDTF">2026-02-11T04:41:30Z</dcterms:modified>
  <cp:category/>
</cp:coreProperties>
</file>